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0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64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0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88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12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78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51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87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91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03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8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B6594-B4E7-4405-8DAC-96F71662D671}" type="datetimeFigureOut">
              <a:rPr lang="ru-RU" smtClean="0"/>
              <a:t>20.09.2022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090F2-0EE9-4B4C-991E-99905BD720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9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Диаграмма последовательности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44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FE5E-D5C3-C445-ABAA-1F3121FF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Диаграммы последовательностей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B4DF-B1F1-BA4C-883F-4C7DBE200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4805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Диаграммы последовательности следует применять тогда, когда требуется посмотреть на поведение нескольких объектов в рамках одного прецедента. </a:t>
            </a:r>
            <a:endParaRPr lang="en-US" dirty="0"/>
          </a:p>
          <a:p>
            <a:r>
              <a:rPr lang="ru-RU" dirty="0"/>
              <a:t>Диаграммы последовательности хороши для представления </a:t>
            </a:r>
            <a:r>
              <a:rPr lang="ru-RU" dirty="0" err="1"/>
              <a:t>взаимодействия</a:t>
            </a:r>
            <a:r>
              <a:rPr lang="ru-RU" dirty="0"/>
              <a:t> объектов, но не очень подходят для точного определения поведения. </a:t>
            </a:r>
            <a:endParaRPr lang="en-US" dirty="0"/>
          </a:p>
          <a:p>
            <a:r>
              <a:rPr lang="ru-RU" dirty="0"/>
              <a:t>На диаграмме показаны экземпляры объектов и сообщения, которыми обмениваются объекты в рамках одного прецедента (</a:t>
            </a:r>
            <a:r>
              <a:rPr lang="en-US" dirty="0"/>
              <a:t>use case).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88F09-815F-784F-B637-DF4B1F83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507" y="1916556"/>
            <a:ext cx="4299493" cy="426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A84-49B6-8E45-BEE0-A33D0EFB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Линия жизни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427F-B033-544E-94FE-3F078DC50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Диаграммы последовательности показывают </a:t>
            </a:r>
            <a:r>
              <a:rPr lang="ru-RU" dirty="0" err="1"/>
              <a:t>взаимодействие</a:t>
            </a:r>
            <a:r>
              <a:rPr lang="ru-RU" dirty="0"/>
              <a:t>, представляя каждого участника вместе с его </a:t>
            </a:r>
            <a:r>
              <a:rPr lang="ru-RU" dirty="0" err="1"/>
              <a:t>линиеи</a:t>
            </a:r>
            <a:r>
              <a:rPr lang="ru-RU" dirty="0"/>
              <a:t>̆ жизни (</a:t>
            </a:r>
            <a:r>
              <a:rPr lang="en-US" dirty="0"/>
              <a:t>lifeline), </a:t>
            </a:r>
            <a:r>
              <a:rPr lang="ru-RU" dirty="0"/>
              <a:t>которая идет вертикально вниз и упорядочивает сообщения на странице. </a:t>
            </a:r>
            <a:endParaRPr lang="en-US" dirty="0"/>
          </a:p>
          <a:p>
            <a:r>
              <a:rPr lang="ru-RU" dirty="0"/>
              <a:t>Сообщения также следует читать сверху вниз.</a:t>
            </a:r>
          </a:p>
          <a:p>
            <a:r>
              <a:rPr lang="ru-RU" dirty="0"/>
              <a:t>Объекты подписываются в формате «</a:t>
            </a:r>
            <a:r>
              <a:rPr lang="ru-RU" dirty="0" err="1"/>
              <a:t>объект:класс</a:t>
            </a:r>
            <a:r>
              <a:rPr lang="ru-RU" dirty="0"/>
              <a:t>» и могут изображаться как в виде обычных прямоугольников, так и с использованием дополнительных обозначений, например, элемента Актер.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05EC7-53E0-E347-B97F-41DEA6D0A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001" y="482082"/>
            <a:ext cx="7034479" cy="7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1476-4B38-5B4B-8AFD-986BA8A8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Сообщения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B6EB-2053-5348-8726-BE80675B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Сообщения отражают взаимодействие (в том числе вызов функций) и изображаются горизонтальными стрелками, концы которых располагаются на линиях жизни. </a:t>
            </a:r>
          </a:p>
          <a:p>
            <a:r>
              <a:rPr lang="ru-RU" dirty="0"/>
              <a:t>Стрелки направлены от отправителя к адресату и упорядочены по времени с помощью линии жизни.</a:t>
            </a:r>
          </a:p>
          <a:p>
            <a:r>
              <a:rPr lang="ru-RU" dirty="0"/>
              <a:t>Также объекту может приходить ответ на сообщение, или </a:t>
            </a:r>
            <a:r>
              <a:rPr lang="en-US" dirty="0"/>
              <a:t>Return Message, </a:t>
            </a:r>
            <a:r>
              <a:rPr lang="ru-RU" dirty="0"/>
              <a:t>указывающий на завершение обработки предыдущего сообщения и его результат.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B5B5D-56DF-1346-8367-529CE84E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413" y="365125"/>
            <a:ext cx="2959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6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422D-DFFA-7D46-98B1-351E46A8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Фреймы взаимодействия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D328-A8E3-3449-A606-61F2CB380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8871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Существуют и дополнительные обозначения. Для циклов и условий используются </a:t>
            </a:r>
            <a:r>
              <a:rPr lang="ru-RU" b="1" dirty="0" err="1"/>
              <a:t>фреймы</a:t>
            </a:r>
            <a:r>
              <a:rPr lang="ru-RU" b="1" dirty="0"/>
              <a:t> </a:t>
            </a:r>
            <a:r>
              <a:rPr lang="ru-RU" b="1" dirty="0" err="1"/>
              <a:t>взаимодействии</a:t>
            </a:r>
            <a:r>
              <a:rPr lang="ru-RU" b="1" dirty="0"/>
              <a:t>̆ </a:t>
            </a:r>
            <a:r>
              <a:rPr lang="ru-RU" dirty="0"/>
              <a:t>(</a:t>
            </a:r>
            <a:r>
              <a:rPr lang="en-US" dirty="0"/>
              <a:t>interaction frames), </a:t>
            </a:r>
            <a:r>
              <a:rPr lang="ru-RU" dirty="0"/>
              <a:t>представляющие </a:t>
            </a:r>
            <a:r>
              <a:rPr lang="ru-RU" dirty="0" err="1"/>
              <a:t>собои</a:t>
            </a:r>
            <a:r>
              <a:rPr lang="ru-RU" dirty="0"/>
              <a:t>̆ средство разметки диаграммы </a:t>
            </a:r>
            <a:r>
              <a:rPr lang="ru-RU" dirty="0" err="1"/>
              <a:t>взаимодействия</a:t>
            </a:r>
            <a:r>
              <a:rPr lang="ru-RU" dirty="0"/>
              <a:t>.</a:t>
            </a:r>
          </a:p>
          <a:p>
            <a:r>
              <a:rPr lang="ru-RU" dirty="0"/>
              <a:t>В основном </a:t>
            </a:r>
            <a:r>
              <a:rPr lang="ru-RU" dirty="0" err="1"/>
              <a:t>фреймы</a:t>
            </a:r>
            <a:r>
              <a:rPr lang="ru-RU" dirty="0"/>
              <a:t> состоят из </a:t>
            </a:r>
            <a:r>
              <a:rPr lang="ru-RU" dirty="0" err="1"/>
              <a:t>некоторои</a:t>
            </a:r>
            <a:r>
              <a:rPr lang="ru-RU" dirty="0"/>
              <a:t>̆ области диаграммы последовательности, </a:t>
            </a:r>
            <a:r>
              <a:rPr lang="ru-RU" dirty="0" err="1"/>
              <a:t>разделеннои</a:t>
            </a:r>
            <a:r>
              <a:rPr lang="ru-RU" dirty="0"/>
              <a:t>̆ на несколько фрагментов. </a:t>
            </a:r>
          </a:p>
          <a:p>
            <a:r>
              <a:rPr lang="ru-RU" dirty="0" err="1"/>
              <a:t>Каждыи</a:t>
            </a:r>
            <a:r>
              <a:rPr lang="ru-RU" dirty="0"/>
              <a:t>̆ </a:t>
            </a:r>
            <a:r>
              <a:rPr lang="ru-RU" dirty="0" err="1"/>
              <a:t>фрейм</a:t>
            </a:r>
            <a:r>
              <a:rPr lang="ru-RU" dirty="0"/>
              <a:t> имеет оператор, а </a:t>
            </a:r>
            <a:r>
              <a:rPr lang="ru-RU" dirty="0" err="1"/>
              <a:t>каждыи</a:t>
            </a:r>
            <a:r>
              <a:rPr lang="ru-RU" dirty="0"/>
              <a:t>̆ фрагмент может иметь защиту.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D278A-20F4-4B4E-B72D-D8744065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71" y="859612"/>
            <a:ext cx="5155570" cy="586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8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B360-E0C2-4146-874B-C6DF68A6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90A9-F4FF-314E-8AAB-906276F2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3205" cy="4351338"/>
          </a:xfrm>
        </p:spPr>
        <p:txBody>
          <a:bodyPr/>
          <a:lstStyle/>
          <a:p>
            <a:r>
              <a:rPr lang="ru-RU" dirty="0"/>
              <a:t>Например, для </a:t>
            </a:r>
            <a:r>
              <a:rPr lang="ru-RU" dirty="0" err="1"/>
              <a:t>условнои</a:t>
            </a:r>
            <a:r>
              <a:rPr lang="ru-RU" dirty="0"/>
              <a:t>̆ логики можно использовать оператор </a:t>
            </a:r>
            <a:r>
              <a:rPr lang="en-US" b="1" dirty="0"/>
              <a:t>alt </a:t>
            </a:r>
            <a:r>
              <a:rPr lang="ru-RU" dirty="0"/>
              <a:t>и помещать условие в </a:t>
            </a:r>
            <a:r>
              <a:rPr lang="ru-RU" dirty="0" err="1"/>
              <a:t>каждыи</a:t>
            </a:r>
            <a:r>
              <a:rPr lang="ru-RU" dirty="0"/>
              <a:t>̆ фрагмент. Будет выполнен только тот фрагмент, защита которого имеет истинное значение.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7541F-FCCB-A64D-9BFC-DDC1D5B5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094" y="1431261"/>
            <a:ext cx="43053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0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3DCC-D9B0-7E4B-9BE1-A2CAA28F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CE43-1D3C-E848-9EA3-256510C86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/>
          <a:lstStyle/>
          <a:p>
            <a:r>
              <a:rPr lang="ru-RU" dirty="0"/>
              <a:t>Для отображения цикла применяется оператор </a:t>
            </a:r>
            <a:r>
              <a:rPr lang="en-US" b="1" dirty="0"/>
              <a:t>loop </a:t>
            </a:r>
            <a:r>
              <a:rPr lang="ru-RU" dirty="0"/>
              <a:t>с единственным фрагментом, а тело итерации помещается в защиту.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7605A-38A7-664D-AA4B-215E1787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932" y="1690688"/>
            <a:ext cx="5287187" cy="404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61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Создать диаграмму </a:t>
            </a:r>
            <a:r>
              <a:rPr lang="ru-RU" dirty="0" smtClean="0"/>
              <a:t>последовательности </a:t>
            </a:r>
            <a:r>
              <a:rPr lang="ru-RU" dirty="0"/>
              <a:t>для системы бронирования мест.</a:t>
            </a:r>
          </a:p>
          <a:p>
            <a:r>
              <a:rPr lang="ru-RU" dirty="0"/>
              <a:t>Описание процесса бронирования:</a:t>
            </a:r>
          </a:p>
          <a:p>
            <a:pPr lvl="1"/>
            <a:r>
              <a:rPr lang="ru-RU" dirty="0"/>
              <a:t>Пользователь указывает дату рейса, места отправления/назначения и начинает поиск</a:t>
            </a:r>
          </a:p>
          <a:p>
            <a:pPr lvl="1"/>
            <a:r>
              <a:rPr lang="ru-RU" dirty="0"/>
              <a:t> Система производит поиск в списке рейсов и возвращает детальную информацию о выбранном рейсе</a:t>
            </a:r>
          </a:p>
          <a:p>
            <a:pPr lvl="1"/>
            <a:r>
              <a:rPr lang="ru-RU" dirty="0"/>
              <a:t>Пользователь выбирает место и запускает процесс бронирования</a:t>
            </a:r>
          </a:p>
          <a:p>
            <a:pPr lvl="1"/>
            <a:r>
              <a:rPr lang="ru-RU" dirty="0"/>
              <a:t>После проверки данных система либо бронирует выбранное место на рейсе и отображает сообщение об успешном завершении, либо сообщает об ошибке</a:t>
            </a:r>
          </a:p>
        </p:txBody>
      </p:sp>
    </p:spTree>
    <p:extLst>
      <p:ext uri="{BB962C8B-B14F-4D97-AF65-F5344CB8AC3E}">
        <p14:creationId xmlns:p14="http://schemas.microsoft.com/office/powerpoint/2010/main" val="762493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Диаграмма последовательности</vt:lpstr>
      <vt:lpstr>Диаграммы последовательностей</vt:lpstr>
      <vt:lpstr>Линия жизни</vt:lpstr>
      <vt:lpstr>Сообщения</vt:lpstr>
      <vt:lpstr>Фреймы взаимодействия</vt:lpstr>
      <vt:lpstr>Alt</vt:lpstr>
      <vt:lpstr>Loop</vt:lpstr>
      <vt:lpstr>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Диаграмма последовательности</dc:title>
  <dc:creator>uzer</dc:creator>
  <cp:lastModifiedBy>uzer</cp:lastModifiedBy>
  <cp:revision>2</cp:revision>
  <dcterms:created xsi:type="dcterms:W3CDTF">2022-04-26T10:20:57Z</dcterms:created>
  <dcterms:modified xsi:type="dcterms:W3CDTF">2022-09-20T09:53:29Z</dcterms:modified>
</cp:coreProperties>
</file>